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91F97"/>
                </a:solidFill>
              </a:defRPr>
            </a:pPr>
            <a:r>
              <a:t>WebLeaper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03A52"/>
                </a:solidFill>
              </a:defRPr>
            </a:pPr>
            <a:r>
              <a:t>Empowering Efficiency and Efficacy in WebAgent</a:t>
            </a:r>
          </a:p>
          <a:p>
            <a:pPr algn="ctr">
              <a:defRPr sz="2200">
                <a:solidFill>
                  <a:srgbClr val="303A52"/>
                </a:solidFill>
              </a:defRPr>
            </a:pPr>
            <a:r>
              <a:t>via Enabling Info-Rich Seeking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Tongyi Lab, Alibaba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LLM-based agents正在变革AI领域，推动复杂问题的解决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信息搜索(Information Seeking, IS)是agent认知自主性的核心能力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商业系统：OpenAI Deep Research, Google Gemini, Perplexity AI, Kimi-Researcher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现有研究：主要关注搜索深度，较少关注搜索效率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初步实验发现：当前LLM agents的搜索效率较低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核心问题：低搜索效率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问题现象：有效动作分布峰值约0.04，大部分动作无效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低效行为表现：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冗余的查询重构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检索不相关的信息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不必要的长搜索链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后果：增加计算和时间成本，限制整体IS性能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根本原因：训练任务中目标实体过于稀疏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有效动作分布</a:t>
            </a:r>
          </a:p>
        </p:txBody>
      </p:sp>
      <p:pic>
        <p:nvPicPr>
          <p:cNvPr id="3" name="Picture 2" descr="infogain_cover_rate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基于GPT模型在合成IS任务上的有效动作分布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解决方案：WebLeaper框架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目标1：构建包含更多目标实体的新IS任务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目标2：生成准确且高效的解决轨迹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核心创新：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将IS建模为树状推理任务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提出三种数据集变体：Basic, Union, Reverse-Union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基于ISR和ISE指标过滤训练轨迹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设计混合奖励系统用于强化学习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WebLeaper方法概览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215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(a) Basic: 单一信息源 | (b) Union: 多源融合 | (c) Reverse-Union: 反向推理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数据合成 Version-I: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推理结构：树状结构 T_i，节点为实体，边为关系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数据来源：Wikipedia表格（约200万个）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三层结构：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根节点：表格标题中的实体（问题实体）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第二层：主键列的实体（如诺贝尔奖得主姓名）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第三层：其他列的属性（如国家、年份）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特点：从单一信息源构建简单推理树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数据合成 Version-II: Union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动机：提高结构复杂度，跨越多个信息源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方法：合并具有相似主题和结构的推理子树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建模：最大二分团枚举(Maximal Biclique Enumeration)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示例：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"哪些作者同时获得了诺贝尔文学奖和布克奖？"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需要识别两组获奖者（中间目标实体）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找到它们的交集（最终目标实体）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特点：强制模型整合分散的互补证据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数据合成 Version-III: Reverse-Union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动机：防止简单的关键词搜索捷径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反向推理流程：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1. Deductive Fuzz: 提供模糊线索（第三层实体）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   "1980年代获奖者，写了关于英国男孩困在荒岛的小说"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2. 推断锚点实体：从线索推导出"William Golding"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3. Union-based Search: 使用锚点属性启动新搜索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   "找到所有同为英国人且同时获得两个奖项的作者"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特点：强制多步推理，提升规划和决策能力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信息引导的轨迹构造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工具配置：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Search(queries, filter_year): Google搜索，支持时间过滤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Visit(urls, goal): 访问URL并返回摘要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过滤准则：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1. Coverage Criterion: ISR &gt; α（覆盖率阈值）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   ISR = |R ∩ O| / |R|（信息搜索率）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2. Efficiency Criterion: ISE &gt; β（效率阈值）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   ISE只计算Visit动作中的目标实体获取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目标：保留准确且高效的轨迹作为训练数据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混合奖励系统与强化学习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挑战：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二元奖励过于稀疏（需要完美收集几十个实体）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精确匹配过于脆弱（"USA" vs "United States"）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LLM-as-Judge成本高昂且不稳定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Hybrid Reward System：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实体密集型任务：基于F-score的细粒度奖励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  R = (1+ω²) · (P·Rc) / (ω²P + Rc)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现有benchmark：保留原始奖励函数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优化算法：GRPO (Group Relative Policy Optimization)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评估基准（5个）：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BrowseComp: 浏览和理解能力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GAIA: 通用AI助手评估（103个文本子集）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xbench-DeepSearch: 深度搜索能力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Seal-0: 结构化信息抽取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WideSearch: 广度搜索能力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基线模型：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商用: Claude-4-Sonnet, OpenAI-o3, OpenAI DeepResearch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开源: WebSailor, WebDancer, Kimi-K2等10+模型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Base模型: Qwen3-30B-A3B-Thinking-2507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主要实验结果 (Comprehensive Setting)</a:t>
            </a:r>
          </a:p>
        </p:txBody>
      </p:sp>
      <p:pic>
        <p:nvPicPr>
          <p:cNvPr id="3" name="Picture 2" descr="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133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在综合训练设置下的结果。所有分数均为3次运行的平均值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详细实验结果对比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Base Setting关键结果：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WebLeaper-Reverse-Union (Base):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BrowseComp: 23.0% | GAIA: 67.0%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xbench-DS: 66.0% | Seal-0: 37.2%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Comprehensive Setting关键结果：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WebLeaper-Reverse-Union (Comprehensive):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BrowseComp: 38.8% (最佳开源) | GAIA: 73.2%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xbench-DS: 72.0% | WideSearch SR: 4.0%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超越多个商用系统，成为最佳开源方案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消融实验：不同数据源的影响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对比baseline: WebSailor-V2 (5k/10k样本)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Basic-5k: 平均-7.64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任务过于简单，模型学会捷径而非真正的信息整合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Union-5k: 平均+3.26 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多源整合提高复杂度，强制分散证据推理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Reverse-Union-10k: 平均+4.34 ✓✓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反向推理增加规划难度，显著提升决策能力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WideSearch: +10.92 | xbench-DS: +6.00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信息引导轨迹构造策略的消融实验</a:t>
            </a:r>
          </a:p>
        </p:txBody>
      </p:sp>
      <p:pic>
        <p:nvPicPr>
          <p:cNvPr id="3" name="Picture 2" descr="traj_ablation_ba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177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对比ISR-Only, ISE-Only, 和ISR+ISE的效果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效率与效果的联合提升</a:t>
            </a:r>
          </a:p>
        </p:txBody>
      </p:sp>
      <p:pic>
        <p:nvPicPr>
          <p:cNvPr id="3" name="Picture 2" descr="tool_call_performanc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177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WebLeaper在效果和效率上均优于WebSailor-V2基线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强化学习结果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SFT+RL vs SFT-only (Comprehensive Setting):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BrowseComp: 37.8 → 38.8 (+1.0)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GAIA:       69.9 → 73.2 (+3.3) 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xbench-DS:  69.0 → 72.0 (+3.0) 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WideSearch SR: 1.5 → 4.0 (+2.5) ✓✓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WideSearch Row F1: 23.0 → 31.0 (+8.0) ✓✓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Reward曲线显示稳定持续上升趋势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在135步时因web访问资源耗尽而终止，仍有潜力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强化学习训练曲线</a:t>
            </a:r>
          </a:p>
        </p:txBody>
      </p:sp>
      <p:pic>
        <p:nvPicPr>
          <p:cNvPr id="3" name="Picture 2" descr="reward_cur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502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混合奖励系统的训练曲线，显示稳定的奖励增长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主要贡献与创新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创新性地将IS建模为树状推理问题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在有限上下文中嵌入更多目标实体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设计三种任务合成变体（Basic, Union, Reverse-Union）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系统性提升训练数据的质量和多样性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提出ISR和ISE指标及轨迹过滤策略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同时优化准确性和效率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设计混合奖励系统用于强化学习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解决实体密集型任务的奖励稀疏问题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在5个benchmark上验证有效性和泛化能力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数据集统计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Wikipedia数据：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爬取约200万个表格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多阶段清洗，保留大型、结构良好的表格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合成任务数量：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Basic: 5,000样本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Union: 5,000样本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Reverse-Union: 10,000样本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训练配置：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与5,000个WebSailor-V2数据混合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  - ISR阈值α = 0.3, ISE阈值β = 0.1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91F97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WebLeaper成功解决了IS agents搜索效率低的问题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树状推理建模实现了更高密度的实体嵌入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三种任务变体系统性地提升了任务复杂度和多样性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信息引导的轨迹构造确保了准确性和效率的双重优化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混合奖励系统有效解决了RL中的奖励稀疏问题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实验验证了在效率和效果上的显著提升</a:t>
            </a: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03A52"/>
                </a:solidFill>
              </a:defRPr>
            </a:pPr>
            <a:r>
              <a:t>• 成为当前最佳的开源信息搜索agent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91F97"/>
                </a:solidFill>
              </a:defRPr>
            </a:pPr>
            <a:r>
              <a:t>谢谢！</a:t>
            </a:r>
          </a:p>
          <a:p>
            <a:pPr algn="ctr">
              <a:defRPr sz="5000" b="1">
                <a:solidFill>
                  <a:srgbClr val="491F97"/>
                </a:solidFill>
              </a:defRPr>
            </a:pPr>
          </a:p>
          <a:p>
            <a:pPr algn="ctr">
              <a:defRPr sz="5000" b="1">
                <a:solidFill>
                  <a:srgbClr val="491F97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